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  <p:sldId id="257" r:id="rId4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DCDCDC"/>
    <a:srgbClr val="F0F0F0"/>
    <a:srgbClr val="E6E6E6"/>
    <a:srgbClr val="C8C8C8"/>
    <a:srgbClr val="FAFAFA"/>
    <a:srgbClr val="BEBEB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778" autoAdjust="0"/>
    <p:restoredTop sz="94660"/>
  </p:normalViewPr>
  <p:slideViewPr>
    <p:cSldViewPr snapToGrid="0" showGuides="1">
      <p:cViewPr varScale="1">
        <p:scale>
          <a:sx n="99" d="100"/>
          <a:sy n="99" d="100"/>
        </p:scale>
        <p:origin x="84" y="582"/>
      </p:cViewPr>
      <p:guideLst>
        <p:guide orient="horz" pos="2160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7" Type="http://schemas.openxmlformats.org/officeDocument/2006/relationships/tableStyles" Target="tableStyles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6" Type="http://schemas.openxmlformats.org/officeDocument/2006/relationships/tags" Target="../tags/tag5.xml"/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6" Type="http://schemas.openxmlformats.org/officeDocument/2006/relationships/tags" Target="../tags/tag10.xml"/><Relationship Id="rId5" Type="http://schemas.openxmlformats.org/officeDocument/2006/relationships/tags" Target="../tags/tag9.xml"/><Relationship Id="rId4" Type="http://schemas.openxmlformats.org/officeDocument/2006/relationships/tags" Target="../tags/tag8.xml"/><Relationship Id="rId3" Type="http://schemas.openxmlformats.org/officeDocument/2006/relationships/tags" Target="../tags/tag7.xml"/><Relationship Id="rId2" Type="http://schemas.openxmlformats.org/officeDocument/2006/relationships/tags" Target="../tags/tag6.xm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6" Type="http://schemas.openxmlformats.org/officeDocument/2006/relationships/tags" Target="../tags/tag15.xml"/><Relationship Id="rId5" Type="http://schemas.openxmlformats.org/officeDocument/2006/relationships/tags" Target="../tags/tag14.xml"/><Relationship Id="rId4" Type="http://schemas.openxmlformats.org/officeDocument/2006/relationships/tags" Target="../tags/tag13.xml"/><Relationship Id="rId3" Type="http://schemas.openxmlformats.org/officeDocument/2006/relationships/tags" Target="../tags/tag12.xml"/><Relationship Id="rId2" Type="http://schemas.openxmlformats.org/officeDocument/2006/relationships/tags" Target="../tags/tag11.xm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7" Type="http://schemas.openxmlformats.org/officeDocument/2006/relationships/tags" Target="../tags/tag21.xml"/><Relationship Id="rId6" Type="http://schemas.openxmlformats.org/officeDocument/2006/relationships/tags" Target="../tags/tag20.xml"/><Relationship Id="rId5" Type="http://schemas.openxmlformats.org/officeDocument/2006/relationships/tags" Target="../tags/tag19.xml"/><Relationship Id="rId4" Type="http://schemas.openxmlformats.org/officeDocument/2006/relationships/tags" Target="../tags/tag18.xml"/><Relationship Id="rId3" Type="http://schemas.openxmlformats.org/officeDocument/2006/relationships/tags" Target="../tags/tag17.xml"/><Relationship Id="rId2" Type="http://schemas.openxmlformats.org/officeDocument/2006/relationships/tags" Target="../tags/tag16.xm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9" Type="http://schemas.openxmlformats.org/officeDocument/2006/relationships/tags" Target="../tags/tag29.xml"/><Relationship Id="rId8" Type="http://schemas.openxmlformats.org/officeDocument/2006/relationships/tags" Target="../tags/tag28.xml"/><Relationship Id="rId7" Type="http://schemas.openxmlformats.org/officeDocument/2006/relationships/tags" Target="../tags/tag27.xml"/><Relationship Id="rId6" Type="http://schemas.openxmlformats.org/officeDocument/2006/relationships/tags" Target="../tags/tag26.xml"/><Relationship Id="rId5" Type="http://schemas.openxmlformats.org/officeDocument/2006/relationships/tags" Target="../tags/tag25.xml"/><Relationship Id="rId4" Type="http://schemas.openxmlformats.org/officeDocument/2006/relationships/tags" Target="../tags/tag24.xml"/><Relationship Id="rId3" Type="http://schemas.openxmlformats.org/officeDocument/2006/relationships/tags" Target="../tags/tag23.xml"/><Relationship Id="rId2" Type="http://schemas.openxmlformats.org/officeDocument/2006/relationships/tags" Target="../tags/tag22.xm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5" Type="http://schemas.openxmlformats.org/officeDocument/2006/relationships/tags" Target="../tags/tag33.xml"/><Relationship Id="rId4" Type="http://schemas.openxmlformats.org/officeDocument/2006/relationships/tags" Target="../tags/tag32.xml"/><Relationship Id="rId3" Type="http://schemas.openxmlformats.org/officeDocument/2006/relationships/tags" Target="../tags/tag31.xml"/><Relationship Id="rId2" Type="http://schemas.openxmlformats.org/officeDocument/2006/relationships/tags" Target="../tags/tag30.xm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4" Type="http://schemas.openxmlformats.org/officeDocument/2006/relationships/tags" Target="../tags/tag36.xml"/><Relationship Id="rId3" Type="http://schemas.openxmlformats.org/officeDocument/2006/relationships/tags" Target="../tags/tag35.xml"/><Relationship Id="rId2" Type="http://schemas.openxmlformats.org/officeDocument/2006/relationships/tags" Target="../tags/tag34.xm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7" Type="http://schemas.openxmlformats.org/officeDocument/2006/relationships/tags" Target="../tags/tag42.xml"/><Relationship Id="rId6" Type="http://schemas.openxmlformats.org/officeDocument/2006/relationships/tags" Target="../tags/tag41.xml"/><Relationship Id="rId5" Type="http://schemas.openxmlformats.org/officeDocument/2006/relationships/tags" Target="../tags/tag40.xml"/><Relationship Id="rId4" Type="http://schemas.openxmlformats.org/officeDocument/2006/relationships/tags" Target="../tags/tag39.xml"/><Relationship Id="rId3" Type="http://schemas.openxmlformats.org/officeDocument/2006/relationships/tags" Target="../tags/tag38.xml"/><Relationship Id="rId2" Type="http://schemas.openxmlformats.org/officeDocument/2006/relationships/tags" Target="../tags/tag37.xml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6" Type="http://schemas.openxmlformats.org/officeDocument/2006/relationships/tags" Target="../tags/tag47.xml"/><Relationship Id="rId5" Type="http://schemas.openxmlformats.org/officeDocument/2006/relationships/tags" Target="../tags/tag46.xml"/><Relationship Id="rId4" Type="http://schemas.openxmlformats.org/officeDocument/2006/relationships/tags" Target="../tags/tag45.xml"/><Relationship Id="rId3" Type="http://schemas.openxmlformats.org/officeDocument/2006/relationships/tags" Target="../tags/tag44.xml"/><Relationship Id="rId2" Type="http://schemas.openxmlformats.org/officeDocument/2006/relationships/tags" Target="../tags/tag43.xm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5" Type="http://schemas.openxmlformats.org/officeDocument/2006/relationships/tags" Target="../tags/tag51.xml"/><Relationship Id="rId4" Type="http://schemas.openxmlformats.org/officeDocument/2006/relationships/tags" Target="../tags/tag50.xml"/><Relationship Id="rId3" Type="http://schemas.openxmlformats.org/officeDocument/2006/relationships/tags" Target="../tags/tag49.xml"/><Relationship Id="rId2" Type="http://schemas.openxmlformats.org/officeDocument/2006/relationships/tags" Target="../tags/tag48.xml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6" Type="http://schemas.openxmlformats.org/officeDocument/2006/relationships/tags" Target="../tags/tag56.xml"/><Relationship Id="rId5" Type="http://schemas.openxmlformats.org/officeDocument/2006/relationships/tags" Target="../tags/tag55.xml"/><Relationship Id="rId4" Type="http://schemas.openxmlformats.org/officeDocument/2006/relationships/tags" Target="../tags/tag54.xml"/><Relationship Id="rId3" Type="http://schemas.openxmlformats.org/officeDocument/2006/relationships/tags" Target="../tags/tag53.xml"/><Relationship Id="rId2" Type="http://schemas.openxmlformats.org/officeDocument/2006/relationships/tags" Target="../tags/tag52.xm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  <p:custDataLst>
              <p:tags r:id="rId2"/>
            </p:custDataLst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6000"/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  <p:custDataLst>
              <p:tags r:id="rId3"/>
            </p:custDataLst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单击此处编辑母版副标题样式</a:t>
            </a:r>
            <a:endParaRPr lang="zh-CN" altLang="en-US" dirty="0"/>
          </a:p>
        </p:txBody>
      </p:sp>
      <p:sp>
        <p:nvSpPr>
          <p:cNvPr id="16" name="日期占位符 15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 anchorCtr="0">
            <a:normAutofit/>
          </a:bodyPr>
          <a:lstStyle>
            <a:lvl1pPr>
              <a:defRPr sz="4400"/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608400" y="1429200"/>
            <a:ext cx="5342400" cy="381600"/>
          </a:xfrm>
        </p:spPr>
        <p:txBody>
          <a:bodyPr lIns="101600" tIns="38100" rIns="76200" bIns="3810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5"/>
            </p:custDataLst>
          </p:nvPr>
        </p:nvSpPr>
        <p:spPr>
          <a:xfrm>
            <a:off x="6235750" y="1421729"/>
            <a:ext cx="5342400" cy="381600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单击此处编辑文本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6"/>
            </p:custDataLst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/>
          <p:cNvSpPr>
            <a:spLocks noGrp="1"/>
          </p:cNvSpPr>
          <p:nvPr>
            <p:ph type="pic" idx="1"/>
            <p:custDataLst>
              <p:tags r:id="rId2"/>
            </p:custDataLst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  <p:custDataLst>
              <p:tags r:id="rId3"/>
            </p:custDataLst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/>
        <p:txBody>
          <a:bodyPr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 hasCustomPrompt="1"/>
            <p:custDataLst>
              <p:tags r:id="rId2"/>
            </p:custDataLst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rtlCol="0" anchor="ctr" anchorCtr="0">
            <a:normAutofit/>
          </a:bodyPr>
          <a:lstStyle>
            <a:lvl1pPr>
              <a:buNone/>
              <a:defRPr sz="2800"/>
            </a:lvl1pPr>
          </a:lstStyle>
          <a:p>
            <a:pPr lvl="0"/>
            <a:r>
              <a:rPr lang="zh-CN" altLang="en-US" smtClean="0"/>
              <a:t>单击此处编辑标题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  <p:custDataLst>
              <p:tags r:id="rId3"/>
            </p:custDataLst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>
              <a:spcAft>
                <a:spcPts val="1000"/>
              </a:spcAft>
              <a:defRPr spc="300"/>
            </a:lvl1pPr>
            <a:lvl2pPr marL="685800" indent="-228600">
              <a:defRPr spc="300"/>
            </a:lvl2pPr>
            <a:lvl3pPr marL="1143000" indent="-228600">
              <a:defRPr spc="300"/>
            </a:lvl3pPr>
            <a:lvl4pPr marL="1600200" indent="-228600">
              <a:defRPr spc="300"/>
            </a:lvl4pPr>
            <a:lvl5pPr marL="2057400" indent="-228600">
              <a:defRPr spc="300"/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>
          <a:xfrm>
            <a:off x="608400" y="774000"/>
            <a:ext cx="10972800" cy="5482800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1198800" y="2484000"/>
            <a:ext cx="9799200" cy="101880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algn="ctr">
              <a:defRPr sz="6000"/>
            </a:lvl1pPr>
          </a:lstStyle>
          <a:p>
            <a:pPr lvl="0"/>
            <a:r>
              <a:rPr lang="zh-CN" altLang="en-US" smtClean="0"/>
              <a:t>单击此处编辑标题</a:t>
            </a:r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6"/>
            </p:custDataLst>
          </p:nvPr>
        </p:nvSpPr>
        <p:spPr>
          <a:xfrm>
            <a:off x="1198800" y="3560400"/>
            <a:ext cx="9799200" cy="471600"/>
          </a:xfrm>
        </p:spPr>
        <p:txBody>
          <a:bodyPr lIns="90000" tIns="46800" rIns="90000" bIns="46800">
            <a:normAutofit/>
          </a:bodyPr>
          <a:lstStyle>
            <a:lvl1pPr algn="ctr">
              <a:lnSpc>
                <a:spcPct val="110000"/>
              </a:lnSpc>
              <a:buNone/>
              <a:defRPr sz="2400" spc="200"/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8" Type="http://schemas.openxmlformats.org/officeDocument/2006/relationships/theme" Target="../theme/theme1.xml"/><Relationship Id="rId17" Type="http://schemas.openxmlformats.org/officeDocument/2006/relationships/tags" Target="../tags/tag62.xml"/><Relationship Id="rId16" Type="http://schemas.openxmlformats.org/officeDocument/2006/relationships/tags" Target="../tags/tag61.xml"/><Relationship Id="rId15" Type="http://schemas.openxmlformats.org/officeDocument/2006/relationships/tags" Target="../tags/tag60.xml"/><Relationship Id="rId14" Type="http://schemas.openxmlformats.org/officeDocument/2006/relationships/tags" Target="../tags/tag59.xml"/><Relationship Id="rId13" Type="http://schemas.openxmlformats.org/officeDocument/2006/relationships/tags" Target="../tags/tag58.xml"/><Relationship Id="rId12" Type="http://schemas.openxmlformats.org/officeDocument/2006/relationships/tags" Target="../tags/tag57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  <p:custDataLst>
              <p:tags r:id="rId12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170" tIns="46990" rIns="90170" bIns="46990" rtlCol="0" anchor="ctr" anchorCtr="0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13"/>
            </p:custDataLst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14"/>
            </p:custDataLst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15"/>
            </p:custDataLst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16"/>
            </p:custDataLst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  <p:custDataLst>
      <p:tags r:id="rId17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0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7.xml"/><Relationship Id="rId5" Type="http://schemas.openxmlformats.org/officeDocument/2006/relationships/tags" Target="../tags/tag63.xml"/><Relationship Id="rId4" Type="http://schemas.openxmlformats.org/officeDocument/2006/relationships/image" Target="../media/image4.png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tags" Target="../tags/tag6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1"/>
          <p:cNvGrpSpPr/>
          <p:nvPr/>
        </p:nvGrpSpPr>
        <p:grpSpPr>
          <a:xfrm>
            <a:off x="403860" y="-57413"/>
            <a:ext cx="6716300" cy="7119303"/>
            <a:chOff x="636" y="-942"/>
            <a:chExt cx="12442" cy="13188"/>
          </a:xfrm>
        </p:grpSpPr>
        <p:sp>
          <p:nvSpPr>
            <p:cNvPr id="4" name="左大括号 3"/>
            <p:cNvSpPr/>
            <p:nvPr/>
          </p:nvSpPr>
          <p:spPr>
            <a:xfrm>
              <a:off x="636" y="1035"/>
              <a:ext cx="368" cy="9651"/>
            </a:xfrm>
            <a:prstGeom prst="leftBrace">
              <a:avLst>
                <a:gd name="adj1" fmla="val 70108"/>
                <a:gd name="adj2" fmla="val 50000"/>
              </a:avLst>
            </a:prstGeom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5" name="矩形 4"/>
            <p:cNvSpPr/>
            <p:nvPr/>
          </p:nvSpPr>
          <p:spPr>
            <a:xfrm>
              <a:off x="1623" y="1035"/>
              <a:ext cx="2985" cy="2985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8" name="左大括号 7"/>
            <p:cNvSpPr/>
            <p:nvPr/>
          </p:nvSpPr>
          <p:spPr>
            <a:xfrm>
              <a:off x="5371" y="1034"/>
              <a:ext cx="368" cy="5737"/>
            </a:xfrm>
            <a:prstGeom prst="leftBrace">
              <a:avLst>
                <a:gd name="adj1" fmla="val 70108"/>
                <a:gd name="adj2" fmla="val 50000"/>
              </a:avLst>
            </a:prstGeom>
            <a:ln>
              <a:solidFill>
                <a:schemeClr val="accent1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9" name="矩形 8"/>
            <p:cNvSpPr/>
            <p:nvPr/>
          </p:nvSpPr>
          <p:spPr>
            <a:xfrm>
              <a:off x="5979" y="1035"/>
              <a:ext cx="1635" cy="1635"/>
            </a:xfrm>
            <a:prstGeom prst="rect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solidFill>
                <a:schemeClr val="accent6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0" name="矩形 9"/>
            <p:cNvSpPr/>
            <p:nvPr/>
          </p:nvSpPr>
          <p:spPr>
            <a:xfrm>
              <a:off x="5979" y="3086"/>
              <a:ext cx="1635" cy="1635"/>
            </a:xfrm>
            <a:prstGeom prst="rect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solidFill>
                <a:schemeClr val="accent6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1" name="矩形 10"/>
            <p:cNvSpPr/>
            <p:nvPr/>
          </p:nvSpPr>
          <p:spPr>
            <a:xfrm>
              <a:off x="5979" y="5137"/>
              <a:ext cx="1635" cy="1635"/>
            </a:xfrm>
            <a:prstGeom prst="rect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solidFill>
                <a:schemeClr val="accent6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2" name="矩形 11"/>
            <p:cNvSpPr/>
            <p:nvPr/>
          </p:nvSpPr>
          <p:spPr>
            <a:xfrm>
              <a:off x="8132" y="1035"/>
              <a:ext cx="1635" cy="1635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chemeClr val="accent6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3" name="矩形 12"/>
            <p:cNvSpPr/>
            <p:nvPr/>
          </p:nvSpPr>
          <p:spPr>
            <a:xfrm>
              <a:off x="8132" y="3086"/>
              <a:ext cx="1635" cy="1635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chemeClr val="accent6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4" name="矩形 13"/>
            <p:cNvSpPr/>
            <p:nvPr/>
          </p:nvSpPr>
          <p:spPr>
            <a:xfrm>
              <a:off x="8132" y="5137"/>
              <a:ext cx="1635" cy="1635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chemeClr val="accent6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5" name="矩形 14"/>
            <p:cNvSpPr/>
            <p:nvPr/>
          </p:nvSpPr>
          <p:spPr>
            <a:xfrm>
              <a:off x="11443" y="1035"/>
              <a:ext cx="1635" cy="1635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  <a:ln>
              <a:solidFill>
                <a:schemeClr val="accent5">
                  <a:lumMod val="75000"/>
                </a:schemeClr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6" name="矩形 15"/>
            <p:cNvSpPr/>
            <p:nvPr/>
          </p:nvSpPr>
          <p:spPr>
            <a:xfrm>
              <a:off x="11443" y="3086"/>
              <a:ext cx="1635" cy="1635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  <a:ln>
              <a:solidFill>
                <a:schemeClr val="accent5">
                  <a:lumMod val="75000"/>
                </a:schemeClr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7" name="左大括号 16"/>
            <p:cNvSpPr/>
            <p:nvPr/>
          </p:nvSpPr>
          <p:spPr>
            <a:xfrm rot="5400000">
              <a:off x="7689" y="-1643"/>
              <a:ext cx="368" cy="3788"/>
            </a:xfrm>
            <a:prstGeom prst="leftBrace">
              <a:avLst>
                <a:gd name="adj1" fmla="val 70108"/>
                <a:gd name="adj2" fmla="val 50000"/>
              </a:avLst>
            </a:prstGeom>
            <a:ln>
              <a:solidFill>
                <a:schemeClr val="accent5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8" name="矩形 17"/>
                <p:cNvSpPr/>
                <p:nvPr/>
              </p:nvSpPr>
              <p:spPr>
                <a:xfrm>
                  <a:off x="5979" y="7004"/>
                  <a:ext cx="537" cy="537"/>
                </a:xfrm>
                <a:prstGeom prst="rect">
                  <a:avLst/>
                </a:prstGeom>
                <a:solidFill>
                  <a:schemeClr val="accent6">
                    <a:lumMod val="60000"/>
                    <a:lumOff val="40000"/>
                  </a:schemeClr>
                </a:solidFill>
                <a:ln>
                  <a:solidFill>
                    <a:schemeClr val="accent6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1400" i="1">
                                <a:solidFill>
                                  <a:schemeClr val="tx1"/>
                                </a:solidFill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</m:ctrlPr>
                          </m:sSubPr>
                          <m:e>
                            <m:r>
                              <a:rPr lang="en-US" altLang="zh-CN" sz="1400" i="1">
                                <a:solidFill>
                                  <a:schemeClr val="tx1"/>
                                </a:solidFill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altLang="zh-CN" sz="1400" i="1">
                                <a:solidFill>
                                  <a:schemeClr val="tx1"/>
                                </a:solidFill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altLang="zh-CN" sz="1400" i="1">
                    <a:solidFill>
                      <a:schemeClr val="tx1"/>
                    </a:solidFill>
                    <a:latin typeface="Cambria Math" panose="02040503050406030204" charset="0"/>
                    <a:cs typeface="Cambria Math" panose="02040503050406030204" charset="0"/>
                  </a:endParaRPr>
                </a:p>
              </p:txBody>
            </p:sp>
          </mc:Choice>
          <mc:Fallback>
            <p:sp>
              <p:nvSpPr>
                <p:cNvPr id="18" name="矩形 17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79" y="7004"/>
                  <a:ext cx="537" cy="537"/>
                </a:xfrm>
                <a:prstGeom prst="rect">
                  <a:avLst/>
                </a:prstGeom>
                <a:blipFill rotWithShape="1">
                  <a:blip r:embed="rId1"/>
                </a:blipFill>
                <a:ln>
                  <a:solidFill>
                    <a:schemeClr val="accent6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9" name="矩形 18"/>
                <p:cNvSpPr/>
                <p:nvPr/>
              </p:nvSpPr>
              <p:spPr>
                <a:xfrm>
                  <a:off x="8132" y="7004"/>
                  <a:ext cx="545" cy="545"/>
                </a:xfrm>
                <a:prstGeom prst="rect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>
                  <a:solidFill>
                    <a:schemeClr val="accent6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1400" i="1">
                                <a:solidFill>
                                  <a:schemeClr val="tx1"/>
                                </a:solidFill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</m:ctrlPr>
                          </m:sSubPr>
                          <m:e>
                            <m:r>
                              <a:rPr lang="en-US" altLang="zh-CN" sz="1400" i="1">
                                <a:solidFill>
                                  <a:schemeClr val="tx1"/>
                                </a:solidFill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altLang="zh-CN" sz="1400" i="1">
                                <a:solidFill>
                                  <a:schemeClr val="tx1"/>
                                </a:solidFill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zh-CN" altLang="en-US" sz="1400"/>
                </a:p>
              </p:txBody>
            </p:sp>
          </mc:Choice>
          <mc:Fallback>
            <p:sp>
              <p:nvSpPr>
                <p:cNvPr id="19" name="矩形 18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32" y="7004"/>
                  <a:ext cx="545" cy="545"/>
                </a:xfrm>
                <a:prstGeom prst="rect">
                  <a:avLst/>
                </a:prstGeom>
                <a:blipFill rotWithShape="1">
                  <a:blip r:embed="rId2"/>
                </a:blipFill>
                <a:ln>
                  <a:solidFill>
                    <a:schemeClr val="accent6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0" name="左大括号 19"/>
            <p:cNvSpPr/>
            <p:nvPr/>
          </p:nvSpPr>
          <p:spPr>
            <a:xfrm>
              <a:off x="11009" y="1034"/>
              <a:ext cx="368" cy="3687"/>
            </a:xfrm>
            <a:prstGeom prst="leftBrace">
              <a:avLst>
                <a:gd name="adj1" fmla="val 70108"/>
                <a:gd name="adj2" fmla="val 50000"/>
              </a:avLst>
            </a:prstGeom>
            <a:ln>
              <a:solidFill>
                <a:schemeClr val="accent5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5" name="文本框 24"/>
                <p:cNvSpPr txBox="1"/>
                <p:nvPr/>
              </p:nvSpPr>
              <p:spPr>
                <a:xfrm>
                  <a:off x="6424" y="518"/>
                  <a:ext cx="744" cy="68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𝑊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/>
                </a:p>
              </p:txBody>
            </p:sp>
          </mc:Choice>
          <mc:Fallback>
            <p:sp>
              <p:nvSpPr>
                <p:cNvPr id="25" name="文本框 2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24" y="518"/>
                  <a:ext cx="744" cy="682"/>
                </a:xfrm>
                <a:prstGeom prst="rect">
                  <a:avLst/>
                </a:prstGeom>
                <a:blipFill rotWithShape="1">
                  <a:blip r:embed="rId3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6" name="矩形 25"/>
            <p:cNvSpPr/>
            <p:nvPr/>
          </p:nvSpPr>
          <p:spPr>
            <a:xfrm>
              <a:off x="1623" y="4368"/>
              <a:ext cx="2985" cy="2985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27" name="矩形 26"/>
            <p:cNvSpPr/>
            <p:nvPr/>
          </p:nvSpPr>
          <p:spPr>
            <a:xfrm>
              <a:off x="1623" y="7701"/>
              <a:ext cx="2985" cy="2985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28" name="文本框 27"/>
            <p:cNvSpPr txBox="1"/>
            <p:nvPr/>
          </p:nvSpPr>
          <p:spPr>
            <a:xfrm>
              <a:off x="7264" y="-544"/>
              <a:ext cx="1285" cy="68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>
                  <a:solidFill>
                    <a:schemeClr val="accent5"/>
                  </a:solidFill>
                </a:rPr>
                <a:t>D=2</a:t>
              </a:r>
              <a:endParaRPr lang="en-US" altLang="zh-CN">
                <a:solidFill>
                  <a:schemeClr val="accent5"/>
                </a:solidFill>
              </a:endParaRPr>
            </a:p>
          </p:txBody>
        </p:sp>
        <p:sp>
          <p:nvSpPr>
            <p:cNvPr id="29" name="文本框 28"/>
            <p:cNvSpPr txBox="1"/>
            <p:nvPr/>
          </p:nvSpPr>
          <p:spPr>
            <a:xfrm>
              <a:off x="9900" y="2535"/>
              <a:ext cx="1128" cy="68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>
                  <a:solidFill>
                    <a:schemeClr val="accent5"/>
                  </a:solidFill>
                </a:rPr>
                <a:t>D=2</a:t>
              </a:r>
              <a:endParaRPr lang="en-US" altLang="zh-CN">
                <a:solidFill>
                  <a:schemeClr val="accent5"/>
                </a:solidFill>
              </a:endParaRPr>
            </a:p>
          </p:txBody>
        </p:sp>
        <p:sp>
          <p:nvSpPr>
            <p:cNvPr id="30" name="矩形 29"/>
            <p:cNvSpPr/>
            <p:nvPr/>
          </p:nvSpPr>
          <p:spPr>
            <a:xfrm>
              <a:off x="5892" y="562"/>
              <a:ext cx="1839" cy="7039"/>
            </a:xfrm>
            <a:prstGeom prst="rect">
              <a:avLst/>
            </a:prstGeom>
            <a:noFill/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2" name="文本框 31"/>
                <p:cNvSpPr txBox="1"/>
                <p:nvPr/>
              </p:nvSpPr>
              <p:spPr>
                <a:xfrm>
                  <a:off x="8549" y="529"/>
                  <a:ext cx="744" cy="68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𝑊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/>
                </a:p>
              </p:txBody>
            </p:sp>
          </mc:Choice>
          <mc:Fallback>
            <p:sp>
              <p:nvSpPr>
                <p:cNvPr id="32" name="文本框 3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549" y="529"/>
                  <a:ext cx="744" cy="682"/>
                </a:xfrm>
                <a:prstGeom prst="rect">
                  <a:avLst/>
                </a:prstGeom>
                <a:blipFill rotWithShape="1">
                  <a:blip r:embed="rId4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3" name="矩形 32"/>
            <p:cNvSpPr/>
            <p:nvPr/>
          </p:nvSpPr>
          <p:spPr>
            <a:xfrm>
              <a:off x="8017" y="573"/>
              <a:ext cx="1839" cy="7039"/>
            </a:xfrm>
            <a:prstGeom prst="rect">
              <a:avLst/>
            </a:prstGeom>
            <a:noFill/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34" name="文本框 33"/>
            <p:cNvSpPr txBox="1"/>
            <p:nvPr/>
          </p:nvSpPr>
          <p:spPr>
            <a:xfrm>
              <a:off x="4893" y="3613"/>
              <a:ext cx="598" cy="68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>
                  <a:solidFill>
                    <a:schemeClr val="accent1"/>
                  </a:solidFill>
                </a:rPr>
                <a:t>3</a:t>
              </a:r>
              <a:endParaRPr lang="en-US" altLang="zh-CN">
                <a:solidFill>
                  <a:schemeClr val="accent1"/>
                </a:solidFill>
              </a:endParaRPr>
            </a:p>
          </p:txBody>
        </p:sp>
        <p:sp>
          <p:nvSpPr>
            <p:cNvPr id="35" name="文本框 34"/>
            <p:cNvSpPr txBox="1"/>
            <p:nvPr/>
          </p:nvSpPr>
          <p:spPr>
            <a:xfrm>
              <a:off x="6156" y="10709"/>
              <a:ext cx="3875" cy="153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4800">
                  <a:latin typeface="汉仪元隆黑-105简" panose="00020600040101010101" charset="-122"/>
                  <a:ea typeface="汉仪元隆黑-105简" panose="00020600040101010101" charset="-122"/>
                  <a:cs typeface="汉仪元隆黑-105简" panose="00020600040101010101" charset="-122"/>
                </a:rPr>
                <a:t>3 </a:t>
              </a:r>
              <a:r>
                <a:rPr lang="zh-CN" altLang="en-US" sz="4800">
                  <a:latin typeface="汉仪元隆黑-105简" panose="00020600040101010101" charset="-122"/>
                  <a:ea typeface="汉仪元隆黑-105简" panose="00020600040101010101" charset="-122"/>
                  <a:cs typeface="汉仪元隆黑-105简" panose="00020600040101010101" charset="-122"/>
                </a:rPr>
                <a:t>×</a:t>
              </a:r>
              <a:r>
                <a:rPr lang="en-US" altLang="zh-CN" sz="4800">
                  <a:latin typeface="汉仪元隆黑-105简" panose="00020600040101010101" charset="-122"/>
                  <a:ea typeface="汉仪元隆黑-105简" panose="00020600040101010101" charset="-122"/>
                  <a:cs typeface="汉仪元隆黑-105简" panose="00020600040101010101" charset="-122"/>
                </a:rPr>
                <a:t> 2</a:t>
              </a:r>
              <a:endParaRPr lang="en-US" altLang="zh-CN" sz="4800">
                <a:latin typeface="汉仪元隆黑-105简" panose="00020600040101010101" charset="-122"/>
                <a:ea typeface="汉仪元隆黑-105简" panose="00020600040101010101" charset="-122"/>
                <a:cs typeface="汉仪元隆黑-105简" panose="00020600040101010101" charset="-122"/>
              </a:endParaRPr>
            </a:p>
          </p:txBody>
        </p:sp>
        <p:sp>
          <p:nvSpPr>
            <p:cNvPr id="36" name="文本框 35"/>
            <p:cNvSpPr txBox="1"/>
            <p:nvPr/>
          </p:nvSpPr>
          <p:spPr>
            <a:xfrm>
              <a:off x="2594" y="10686"/>
              <a:ext cx="1146" cy="153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4800">
                  <a:latin typeface="汉仪元隆黑-105简" panose="00020600040101010101" charset="-122"/>
                  <a:ea typeface="汉仪元隆黑-105简" panose="00020600040101010101" charset="-122"/>
                  <a:cs typeface="汉仪元隆黑-105简" panose="00020600040101010101" charset="-122"/>
                </a:rPr>
                <a:t>3</a:t>
              </a:r>
              <a:endParaRPr lang="en-US" altLang="zh-CN" sz="4800">
                <a:latin typeface="汉仪元隆黑-105简" panose="00020600040101010101" charset="-122"/>
                <a:ea typeface="汉仪元隆黑-105简" panose="00020600040101010101" charset="-122"/>
                <a:cs typeface="汉仪元隆黑-105简" panose="00020600040101010101" charset="-122"/>
              </a:endParaRPr>
            </a:p>
          </p:txBody>
        </p:sp>
        <p:sp>
          <p:nvSpPr>
            <p:cNvPr id="37" name="文本框 36"/>
            <p:cNvSpPr txBox="1"/>
            <p:nvPr/>
          </p:nvSpPr>
          <p:spPr>
            <a:xfrm>
              <a:off x="11789" y="10709"/>
              <a:ext cx="1146" cy="153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4800">
                  <a:latin typeface="汉仪元隆黑-105简" panose="00020600040101010101" charset="-122"/>
                  <a:ea typeface="汉仪元隆黑-105简" panose="00020600040101010101" charset="-122"/>
                  <a:cs typeface="汉仪元隆黑-105简" panose="00020600040101010101" charset="-122"/>
                </a:rPr>
                <a:t>2</a:t>
              </a:r>
              <a:endParaRPr lang="en-US" altLang="zh-CN" sz="4800">
                <a:latin typeface="汉仪元隆黑-105简" panose="00020600040101010101" charset="-122"/>
                <a:ea typeface="汉仪元隆黑-105简" panose="00020600040101010101" charset="-122"/>
                <a:cs typeface="汉仪元隆黑-105简" panose="00020600040101010101" charset="-122"/>
              </a:endParaRPr>
            </a:p>
          </p:txBody>
        </p:sp>
        <p:sp>
          <p:nvSpPr>
            <p:cNvPr id="38" name="文本框 37"/>
            <p:cNvSpPr txBox="1"/>
            <p:nvPr/>
          </p:nvSpPr>
          <p:spPr>
            <a:xfrm>
              <a:off x="7269" y="-942"/>
              <a:ext cx="1636" cy="68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zh-CN" altLang="en-US">
                  <a:solidFill>
                    <a:schemeClr val="accent5"/>
                  </a:solidFill>
                </a:rPr>
                <a:t>深度</a:t>
              </a:r>
              <a:endParaRPr lang="zh-CN" altLang="en-US">
                <a:solidFill>
                  <a:schemeClr val="accent5"/>
                </a:solidFill>
              </a:endParaRPr>
            </a:p>
          </p:txBody>
        </p:sp>
        <p:sp>
          <p:nvSpPr>
            <p:cNvPr id="39" name="矩形 38"/>
            <p:cNvSpPr/>
            <p:nvPr/>
          </p:nvSpPr>
          <p:spPr>
            <a:xfrm>
              <a:off x="1485" y="563"/>
              <a:ext cx="3256" cy="10237"/>
            </a:xfrm>
            <a:prstGeom prst="rect">
              <a:avLst/>
            </a:prstGeom>
            <a:noFill/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40" name="文本框 39"/>
            <p:cNvSpPr txBox="1"/>
            <p:nvPr/>
          </p:nvSpPr>
          <p:spPr>
            <a:xfrm>
              <a:off x="2833" y="455"/>
              <a:ext cx="641" cy="68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/>
                <a:t>X</a:t>
              </a:r>
              <a:endParaRPr lang="en-US" altLang="zh-CN"/>
            </a:p>
          </p:txBody>
        </p:sp>
      </p:grpSp>
    </p:spTree>
    <p:custDataLst>
      <p:tags r:id="rId5"/>
    </p:custData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文本框 3"/>
          <p:cNvSpPr txBox="1"/>
          <p:nvPr/>
        </p:nvSpPr>
        <p:spPr>
          <a:xfrm>
            <a:off x="452755" y="539750"/>
            <a:ext cx="1038987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对于深度为</a:t>
            </a:r>
            <a:r>
              <a:rPr lang="en-US" altLang="zh-CN"/>
              <a:t>D</a:t>
            </a:r>
            <a:r>
              <a:rPr lang="zh-CN" altLang="en-US"/>
              <a:t>的</a:t>
            </a:r>
            <a:r>
              <a:rPr lang="en-US" altLang="zh-CN"/>
              <a:t>Feature Map</a:t>
            </a:r>
            <a:r>
              <a:rPr lang="zh-CN" altLang="en-US"/>
              <a:t>，各层独立做</a:t>
            </a:r>
            <a:r>
              <a:rPr lang="en-US" altLang="zh-CN"/>
              <a:t>Pooling</a:t>
            </a:r>
            <a:r>
              <a:rPr lang="zh-CN" altLang="en-US"/>
              <a:t>，因此</a:t>
            </a:r>
            <a:r>
              <a:rPr lang="en-US" altLang="zh-CN"/>
              <a:t>Pooling</a:t>
            </a:r>
            <a:r>
              <a:rPr lang="zh-CN" altLang="en-US"/>
              <a:t>后的深度仍然为</a:t>
            </a:r>
            <a:r>
              <a:rPr lang="en-US" altLang="zh-CN"/>
              <a:t>D</a:t>
            </a:r>
            <a:endParaRPr lang="en-US" altLang="zh-CN"/>
          </a:p>
        </p:txBody>
      </p:sp>
    </p:spTree>
    <p:custDataLst>
      <p:tags r:id="rId1"/>
    </p:custDataLst>
  </p:cSld>
  <p:clrMapOvr>
    <a:masterClrMapping/>
  </p:clrMapOvr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2.xml><?xml version="1.0" encoding="utf-8"?>
<p:tagLst xmlns:p="http://schemas.openxmlformats.org/presentationml/2006/main">
  <p:tag name="KSO_WM_TEMPLATE_THUMBS_INDEX" val="1、4、7、12、13、14、15、16、17、18、20、24、25、28、33、36、40、43、44"/>
  <p:tag name="KSO_WM_TEMPLATE_SUBCATEGORY" val="19"/>
  <p:tag name="KSO_WM_TAG_VERSION" val="1.0"/>
  <p:tag name="KSO_WM_BEAUTIFY_FLAG" val="#wm#"/>
  <p:tag name="KSO_WM_TEMPLATE_CATEGORY" val="custom"/>
  <p:tag name="KSO_WM_TEMPLATE_INDEX" val="20205081"/>
  <p:tag name="KSO_WM_TEMPLATE_MASTER_TYPE" val="0"/>
  <p:tag name="KSO_WM_TEMPLATE_COLOR_TYPE" val="1"/>
  <p:tag name="KSO_WM_UNIT_SHOW_EDIT_AREA_INDICATION" val="1"/>
</p:tagLst>
</file>

<file path=ppt/tags/tag63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64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90</Words>
  <Application>WPS 演示</Application>
  <PresentationFormat>宽屏</PresentationFormat>
  <Paragraphs>26</Paragraphs>
  <Slides>2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</vt:i4>
      </vt:variant>
    </vt:vector>
  </HeadingPairs>
  <TitlesOfParts>
    <vt:vector size="12" baseType="lpstr">
      <vt:lpstr>Arial</vt:lpstr>
      <vt:lpstr>宋体</vt:lpstr>
      <vt:lpstr>Wingdings</vt:lpstr>
      <vt:lpstr>Wingdings</vt:lpstr>
      <vt:lpstr>Cambria Math</vt:lpstr>
      <vt:lpstr>汉仪元隆黑-105简</vt:lpstr>
      <vt:lpstr>微软雅黑</vt:lpstr>
      <vt:lpstr>Arial Unicode MS</vt:lpstr>
      <vt:lpstr>Calibri</vt:lpstr>
      <vt:lpstr>WPS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空白演示</dc:title>
  <dc:creator>22547</dc:creator>
  <cp:lastModifiedBy>汐.</cp:lastModifiedBy>
  <cp:revision>158</cp:revision>
  <dcterms:created xsi:type="dcterms:W3CDTF">2019-06-19T02:08:00Z</dcterms:created>
  <dcterms:modified xsi:type="dcterms:W3CDTF">2026-04-12T12:04:19Z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2052-12.1.0.25225</vt:lpwstr>
  </property>
  <property fmtid="{D5CDD505-2E9C-101B-9397-08002B2CF9AE}" pid="3" name="ICV">
    <vt:lpwstr>3378F9FD10F0402782C3C4DA1A78283E_11</vt:lpwstr>
  </property>
</Properties>
</file>