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6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左大括号 3"/>
          <p:cNvSpPr/>
          <p:nvPr/>
        </p:nvSpPr>
        <p:spPr>
          <a:xfrm>
            <a:off x="403860" y="657225"/>
            <a:ext cx="233680" cy="6128385"/>
          </a:xfrm>
          <a:prstGeom prst="leftBrace">
            <a:avLst>
              <a:gd name="adj1" fmla="val 70108"/>
              <a:gd name="adj2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30605" y="657225"/>
            <a:ext cx="1895475" cy="18954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左大括号 7"/>
          <p:cNvSpPr/>
          <p:nvPr/>
        </p:nvSpPr>
        <p:spPr>
          <a:xfrm>
            <a:off x="3410585" y="656590"/>
            <a:ext cx="233680" cy="3642995"/>
          </a:xfrm>
          <a:prstGeom prst="leftBrace">
            <a:avLst>
              <a:gd name="adj1" fmla="val 70108"/>
              <a:gd name="adj2" fmla="val 5000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796665" y="657225"/>
            <a:ext cx="1038225" cy="10382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796665" y="1959610"/>
            <a:ext cx="1038225" cy="10382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796665" y="3261995"/>
            <a:ext cx="1038225" cy="10382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163820" y="657225"/>
            <a:ext cx="1038225" cy="10382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3820" y="1959610"/>
            <a:ext cx="1038225" cy="10382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163820" y="3261995"/>
            <a:ext cx="1038225" cy="10382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266305" y="657225"/>
            <a:ext cx="1038225" cy="1038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266305" y="1959610"/>
            <a:ext cx="1038225" cy="1038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左大括号 16"/>
          <p:cNvSpPr/>
          <p:nvPr/>
        </p:nvSpPr>
        <p:spPr>
          <a:xfrm rot="5400000">
            <a:off x="4882515" y="-1043305"/>
            <a:ext cx="233680" cy="2405380"/>
          </a:xfrm>
          <a:prstGeom prst="leftBrace">
            <a:avLst>
              <a:gd name="adj1" fmla="val 70108"/>
              <a:gd name="adj2" fmla="val 50000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/>
              <p:cNvSpPr/>
              <p:nvPr/>
            </p:nvSpPr>
            <p:spPr>
              <a:xfrm>
                <a:off x="3796665" y="4447540"/>
                <a:ext cx="340995" cy="340995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6665" y="4447540"/>
                <a:ext cx="340995" cy="340995"/>
              </a:xfrm>
              <a:prstGeom prst="rect">
                <a:avLst/>
              </a:prstGeom>
              <a:blipFill rotWithShape="1">
                <a:blip r:embed="rId1"/>
                <a:stretch>
                  <a:fillRect l="-1862" t="-1862" r="-1862" b="-1862"/>
                </a:stretch>
              </a:blip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/>
              <p:cNvSpPr/>
              <p:nvPr/>
            </p:nvSpPr>
            <p:spPr>
              <a:xfrm>
                <a:off x="5163820" y="4447540"/>
                <a:ext cx="346075" cy="34607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400"/>
              </a:p>
            </p:txBody>
          </p:sp>
        </mc:Choice>
        <mc:Fallback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820" y="4447540"/>
                <a:ext cx="346075" cy="346075"/>
              </a:xfrm>
              <a:prstGeom prst="rect">
                <a:avLst/>
              </a:prstGeom>
              <a:blipFill rotWithShape="1">
                <a:blip r:embed="rId2"/>
                <a:stretch>
                  <a:fillRect l="-1835" t="-1835" r="-1835" b="-1835"/>
                </a:stretch>
              </a:blip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左大括号 19"/>
          <p:cNvSpPr/>
          <p:nvPr/>
        </p:nvSpPr>
        <p:spPr>
          <a:xfrm>
            <a:off x="6990715" y="656590"/>
            <a:ext cx="233680" cy="2341245"/>
          </a:xfrm>
          <a:prstGeom prst="leftBrace">
            <a:avLst>
              <a:gd name="adj1" fmla="val 70108"/>
              <a:gd name="adj2" fmla="val 50000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4079240" y="328930"/>
                <a:ext cx="47244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240" y="328930"/>
                <a:ext cx="472440" cy="368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/>
          <p:cNvSpPr/>
          <p:nvPr/>
        </p:nvSpPr>
        <p:spPr>
          <a:xfrm>
            <a:off x="1030605" y="2773680"/>
            <a:ext cx="1895475" cy="18954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030605" y="4890135"/>
            <a:ext cx="1895475" cy="18954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4695190" y="-320675"/>
            <a:ext cx="608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5"/>
                </a:solidFill>
              </a:rPr>
              <a:t>D=2</a:t>
            </a:r>
            <a:endParaRPr lang="en-US" altLang="zh-CN">
              <a:solidFill>
                <a:schemeClr val="accent5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369050" y="1642745"/>
            <a:ext cx="608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5"/>
                </a:solidFill>
              </a:rPr>
              <a:t>D=2</a:t>
            </a:r>
            <a:endParaRPr lang="en-US" altLang="zh-CN">
              <a:solidFill>
                <a:schemeClr val="accent5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741420" y="356870"/>
            <a:ext cx="1167765" cy="44697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5428615" y="335915"/>
                <a:ext cx="47244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615" y="335915"/>
                <a:ext cx="472440" cy="3683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矩形 32"/>
          <p:cNvSpPr/>
          <p:nvPr/>
        </p:nvSpPr>
        <p:spPr>
          <a:xfrm>
            <a:off x="5090795" y="363855"/>
            <a:ext cx="1167765" cy="44697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3107055" y="2294255"/>
            <a:ext cx="379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3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909060" y="6967220"/>
            <a:ext cx="20942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>
                <a:latin typeface="汉仪元隆黑-105简" panose="00020600040101010101" charset="-122"/>
                <a:ea typeface="汉仪元隆黑-105简" panose="00020600040101010101" charset="-122"/>
                <a:cs typeface="汉仪元隆黑-105简" panose="00020600040101010101" charset="-122"/>
              </a:rPr>
              <a:t>3 </a:t>
            </a:r>
            <a:r>
              <a:rPr lang="zh-CN" altLang="en-US" sz="4800">
                <a:latin typeface="汉仪元隆黑-105简" panose="00020600040101010101" charset="-122"/>
                <a:ea typeface="汉仪元隆黑-105简" panose="00020600040101010101" charset="-122"/>
                <a:cs typeface="汉仪元隆黑-105简" panose="00020600040101010101" charset="-122"/>
              </a:rPr>
              <a:t>×</a:t>
            </a:r>
            <a:r>
              <a:rPr lang="en-US" altLang="zh-CN" sz="4800">
                <a:latin typeface="汉仪元隆黑-105简" panose="00020600040101010101" charset="-122"/>
                <a:ea typeface="汉仪元隆黑-105简" panose="00020600040101010101" charset="-122"/>
                <a:cs typeface="汉仪元隆黑-105简" panose="00020600040101010101" charset="-122"/>
              </a:rPr>
              <a:t> 2</a:t>
            </a:r>
            <a:endParaRPr lang="en-US" altLang="zh-CN" sz="4800">
              <a:latin typeface="汉仪元隆黑-105简" panose="00020600040101010101" charset="-122"/>
              <a:ea typeface="汉仪元隆黑-105简" panose="00020600040101010101" charset="-122"/>
              <a:cs typeface="汉仪元隆黑-105简" panose="00020600040101010101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647190" y="7006590"/>
            <a:ext cx="7277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>
                <a:latin typeface="汉仪元隆黑-105简" panose="00020600040101010101" charset="-122"/>
                <a:ea typeface="汉仪元隆黑-105简" panose="00020600040101010101" charset="-122"/>
                <a:cs typeface="汉仪元隆黑-105简" panose="00020600040101010101" charset="-122"/>
              </a:rPr>
              <a:t>3</a:t>
            </a:r>
            <a:endParaRPr lang="en-US" altLang="zh-CN" sz="4800">
              <a:latin typeface="汉仪元隆黑-105简" panose="00020600040101010101" charset="-122"/>
              <a:ea typeface="汉仪元隆黑-105简" panose="00020600040101010101" charset="-122"/>
              <a:cs typeface="汉仪元隆黑-105简" panose="00020600040101010101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486015" y="6945630"/>
            <a:ext cx="7277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>
                <a:latin typeface="汉仪元隆黑-105简" panose="00020600040101010101" charset="-122"/>
                <a:ea typeface="汉仪元隆黑-105简" panose="00020600040101010101" charset="-122"/>
                <a:cs typeface="汉仪元隆黑-105简" panose="00020600040101010101" charset="-122"/>
              </a:rPr>
              <a:t>2</a:t>
            </a:r>
            <a:endParaRPr lang="en-US" altLang="zh-CN" sz="4800">
              <a:latin typeface="汉仪元隆黑-105简" panose="00020600040101010101" charset="-122"/>
              <a:ea typeface="汉仪元隆黑-105简" panose="00020600040101010101" charset="-122"/>
              <a:cs typeface="汉仪元隆黑-105简" panose="00020600040101010101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681855" y="-532130"/>
            <a:ext cx="748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5"/>
                </a:solidFill>
              </a:rPr>
              <a:t>深度</a:t>
            </a:r>
            <a:endParaRPr lang="zh-CN" altLang="en-US">
              <a:solidFill>
                <a:schemeClr val="accent5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42975" y="357505"/>
            <a:ext cx="2067560" cy="650049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798955" y="288925"/>
            <a:ext cx="407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52755" y="539750"/>
            <a:ext cx="10389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对于深度为</a:t>
            </a:r>
            <a:r>
              <a:rPr lang="en-US" altLang="zh-CN"/>
              <a:t>D</a:t>
            </a:r>
            <a:r>
              <a:rPr lang="zh-CN" altLang="en-US"/>
              <a:t>的</a:t>
            </a:r>
            <a:r>
              <a:rPr lang="en-US" altLang="zh-CN"/>
              <a:t>Feature Map</a:t>
            </a:r>
            <a:r>
              <a:rPr lang="zh-CN" altLang="en-US"/>
              <a:t>，各层独立做</a:t>
            </a:r>
            <a:r>
              <a:rPr lang="en-US" altLang="zh-CN"/>
              <a:t>Pooling</a:t>
            </a:r>
            <a:r>
              <a:rPr lang="zh-CN" altLang="en-US"/>
              <a:t>，因此</a:t>
            </a:r>
            <a:r>
              <a:rPr lang="en-US" altLang="zh-CN"/>
              <a:t>Pooling</a:t>
            </a:r>
            <a:r>
              <a:rPr lang="zh-CN" altLang="en-US"/>
              <a:t>后的深度仍然为</a:t>
            </a:r>
            <a:r>
              <a:rPr lang="en-US" altLang="zh-CN"/>
              <a:t>D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WPS 演示</Application>
  <PresentationFormat>宽屏</PresentationFormat>
  <Paragraphs>26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Cambria Math</vt:lpstr>
      <vt:lpstr>汉仪粗黑简</vt:lpstr>
      <vt:lpstr>汉仪汉黑W</vt:lpstr>
      <vt:lpstr>汉仪元隆黑-105简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22547</dc:creator>
  <cp:lastModifiedBy>汐.</cp:lastModifiedBy>
  <cp:revision>157</cp:revision>
  <dcterms:created xsi:type="dcterms:W3CDTF">2019-06-19T02:08:00Z</dcterms:created>
  <dcterms:modified xsi:type="dcterms:W3CDTF">2026-04-12T03:34:28Z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3378F9FD10F0402782C3C4DA1A78283E_11</vt:lpwstr>
  </property>
</Properties>
</file>